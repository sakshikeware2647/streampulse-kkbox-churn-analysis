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DD2C3"/>
                </a:solidFill>
              </a:defRPr>
            </a:pPr>
            <a:r>
              <a:t>StreamPulse | Churn &amp;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E6F0"/>
                </a:solidFill>
              </a:defRPr>
            </a:pPr>
            <a:r>
              <a:t>Data Analyst Intern Assignment | Portalwiz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Objective: identify engagement patterns associated with subscription non-renewal.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7860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Source: KKBox Churn Prediction Challenge on Kaggle; anonymized historical subscription and listening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28415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This deck is a reproducible template. Run src/analyze.py after placing the downloaded CSVs in data/raw/.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4C8"/>
                </a:solidFill>
              </a:defRPr>
            </a:pPr>
            <a:r>
              <a:t>StreamPulse case study | Source: KKBox Kaggle Churn Prediction Challenge | Historical data, not StreamPulse customer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DD2C3"/>
                </a:solidFill>
              </a:defRPr>
            </a:pPr>
            <a:r>
              <a:t>Executive 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Churn rate = average is_churn × 100; retention = 100% − churn 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DAU = distinct labeled users active on latest observed log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6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MAU = distinct labeled users active at least once in latest observed calendar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Stickiness = latest-date DAU / latest-calendar-month MAU × 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Run the pipeline to populate exact values in data/processed/kpi_summary.csv.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4C8"/>
                </a:solidFill>
              </a:defRPr>
            </a:pPr>
            <a:r>
              <a:t>StreamPulse case study | Source: KKBox Kaggle Churn Prediction Challenge | Historical data, not StreamPulse customer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DD2C3"/>
                </a:solidFill>
              </a:defRPr>
            </a:pPr>
            <a:r>
              <a:t>Data Quality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Parse daily activity and transaction dates into date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Deduplicate repeated user-date activity records within processing chunks.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6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Treat negative listening duration and implausible play counters as invalid.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Set implausible member ages outside 10–100 to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No support-ticket field exists in this source; do not invent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4C8"/>
                </a:solidFill>
              </a:defRPr>
            </a:pPr>
            <a:r>
              <a:t>StreamPulse case study | Source: KKBox Kaggle Churn Prediction Challenge | Historical data, not StreamPulse customer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DD2C3"/>
                </a:solidFill>
              </a:defRPr>
            </a:pPr>
            <a:r>
              <a:t>Retention &amp; Engagement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Compare average active days, listening minutes, and unique songs for churned vs retained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Use payment-plan duration as a transparent retention proxy; Basic/Pro/Enterprise labels are not supplied.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6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The churn label means no valid renewal within 30 days after membership expiry.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Use outputs/ charts and processed CSVs for observed findings after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4C8"/>
                </a:solidFill>
              </a:defRPr>
            </a:pPr>
            <a:r>
              <a:t>StreamPulse case study | Source: KKBox Kaggle Churn Prediction Challenge | Historical data, not StreamPulse customer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DD2C3"/>
                </a:solidFill>
              </a:defRPr>
            </a:pPr>
            <a:r>
              <a:t>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Flag falling active days/listening time and declining unique-song activity before renewal.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Test renewal reminders for non-auto-renewing users; measure incremental retention with a controlled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6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NRR is not computed: a reconciled opening/closing recurring revenue bridge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Health index is a heuristic; validate it before using for operational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5F8FC"/>
                </a:solidFill>
              </a:defRPr>
            </a:pPr>
            <a:r>
              <a:t>• Attribute the dataset to KKBox/Kaggle; StreamPulse is the assignment case-study framing.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4C8"/>
                </a:solidFill>
              </a:defRPr>
            </a:pPr>
            <a:r>
              <a:t>StreamPulse case study | Source: KKBox Kaggle Churn Prediction Challenge | Historical data, not StreamPulse customer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